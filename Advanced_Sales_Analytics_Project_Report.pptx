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2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0" y="0"/>
            <a:ext cx="12227975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1697" y="1871132"/>
            <a:ext cx="6813894" cy="1515533"/>
          </a:xfrm>
        </p:spPr>
        <p:txBody>
          <a:bodyPr anchor="b">
            <a:noAutofit/>
          </a:bodyPr>
          <a:lstStyle>
            <a:lvl1pPr algn="ctr">
              <a:defRPr sz="5398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1697" y="3657597"/>
            <a:ext cx="6813894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099">
                <a:solidFill>
                  <a:schemeClr val="tx1"/>
                </a:solidFill>
              </a:defRPr>
            </a:lvl1pPr>
            <a:lvl2pPr marL="457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1154" y="5037663"/>
            <a:ext cx="897233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1696" y="5037663"/>
            <a:ext cx="5213277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4568" y="5037663"/>
            <a:ext cx="55102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1698" y="3522131"/>
            <a:ext cx="681389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4204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5806" y="2421466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543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4544" y="1752606"/>
            <a:ext cx="8156563" cy="1822514"/>
          </a:xfrm>
        </p:spPr>
        <p:txBody>
          <a:bodyPr anchor="b">
            <a:normAutofit/>
          </a:bodyPr>
          <a:lstStyle>
            <a:lvl1pPr algn="ctr">
              <a:defRPr sz="43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4542" y="3846052"/>
            <a:ext cx="8156565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3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199" y="3710585"/>
            <a:ext cx="816125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0222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5806" y="2421466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110" y="2560320"/>
            <a:ext cx="4717075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9734" y="2560320"/>
            <a:ext cx="4717075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275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063" y="2658533"/>
            <a:ext cx="4717075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799" b="0">
                <a:solidFill>
                  <a:schemeClr val="accent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063" y="3243263"/>
            <a:ext cx="4717075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9061" y="2658533"/>
            <a:ext cx="4717075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799" b="0">
                <a:solidFill>
                  <a:schemeClr val="accent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9061" y="3243263"/>
            <a:ext cx="4717075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5806" y="2421466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3563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5806" y="2421466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4098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470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474" y="1388534"/>
            <a:ext cx="3717487" cy="1371600"/>
          </a:xfrm>
        </p:spPr>
        <p:txBody>
          <a:bodyPr anchor="b">
            <a:normAutofit/>
          </a:bodyPr>
          <a:lstStyle>
            <a:lvl1pPr algn="ctr">
              <a:defRPr sz="23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7257" y="982132"/>
            <a:ext cx="5468042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474" y="3031065"/>
            <a:ext cx="3717487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5805" y="2912533"/>
            <a:ext cx="35135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5920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061" y="1883832"/>
            <a:ext cx="6240191" cy="1371600"/>
          </a:xfrm>
        </p:spPr>
        <p:txBody>
          <a:bodyPr anchor="b">
            <a:normAutofit/>
          </a:bodyPr>
          <a:lstStyle>
            <a:lvl1pPr algn="ctr">
              <a:defRPr sz="27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2724" y="1041400"/>
            <a:ext cx="3062549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061" y="3255432"/>
            <a:ext cx="624019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799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035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064" y="4815415"/>
            <a:ext cx="9607163" cy="566738"/>
          </a:xfrm>
        </p:spPr>
        <p:txBody>
          <a:bodyPr anchor="b">
            <a:normAutofit/>
          </a:bodyPr>
          <a:lstStyle>
            <a:lvl1pPr algn="ctr">
              <a:defRPr sz="23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156" y="1041400"/>
            <a:ext cx="10103340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064" y="5382153"/>
            <a:ext cx="9607163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799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528" y="982132"/>
            <a:ext cx="9590234" cy="2954868"/>
          </a:xfrm>
        </p:spPr>
        <p:txBody>
          <a:bodyPr anchor="ctr">
            <a:normAutofit/>
          </a:bodyPr>
          <a:lstStyle>
            <a:lvl1pPr algn="ctr">
              <a:defRPr sz="31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528" y="4343400"/>
            <a:ext cx="9590234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5806" y="4140199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77961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5836" y="982132"/>
            <a:ext cx="9293977" cy="2370668"/>
          </a:xfrm>
        </p:spPr>
        <p:txBody>
          <a:bodyPr anchor="ctr">
            <a:normAutofit/>
          </a:bodyPr>
          <a:lstStyle>
            <a:lvl1pPr algn="ctr">
              <a:defRPr sz="3199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376" y="3352800"/>
            <a:ext cx="8836900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999"/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064" y="4343400"/>
            <a:ext cx="9607163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1789" y="879961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97507" y="2827870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 algn="r"/>
            <a:r>
              <a:rPr lang="en-US" sz="7998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5806" y="4140199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30171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065" y="3308581"/>
            <a:ext cx="9607165" cy="1468800"/>
          </a:xfrm>
        </p:spPr>
        <p:txBody>
          <a:bodyPr anchor="b">
            <a:normAutofit/>
          </a:bodyPr>
          <a:lstStyle>
            <a:lvl1pPr algn="l">
              <a:defRPr sz="31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064" y="4777381"/>
            <a:ext cx="9607165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9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8365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5836" y="982132"/>
            <a:ext cx="9293977" cy="2243668"/>
          </a:xfrm>
        </p:spPr>
        <p:txBody>
          <a:bodyPr anchor="ctr">
            <a:normAutofit/>
          </a:bodyPr>
          <a:lstStyle>
            <a:lvl1pPr algn="ctr">
              <a:defRPr sz="3199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064" y="3639312"/>
            <a:ext cx="9607165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3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064" y="4529667"/>
            <a:ext cx="9607165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1789" y="879961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97507" y="2599261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 algn="r"/>
            <a:r>
              <a:rPr lang="en-US" sz="7998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5806" y="3429000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52873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064" y="982132"/>
            <a:ext cx="9607163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064" y="3630168"/>
            <a:ext cx="9607165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7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063" y="4470400"/>
            <a:ext cx="9607167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5806" y="3429000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83137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5806" y="2421466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89905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7013" y="982132"/>
            <a:ext cx="1890403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061" y="982132"/>
            <a:ext cx="7431089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1582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4342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2" y="0"/>
            <a:ext cx="12226777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065" y="982133"/>
            <a:ext cx="95986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064" y="2556932"/>
            <a:ext cx="95986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5241" y="5969000"/>
            <a:ext cx="15997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064" y="5969000"/>
            <a:ext cx="73039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1205" y="5969000"/>
            <a:ext cx="542556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29" r:id="rId2"/>
    <p:sldLayoutId id="2147483830" r:id="rId3"/>
    <p:sldLayoutId id="2147483831" r:id="rId4"/>
    <p:sldLayoutId id="2147483832" r:id="rId5"/>
    <p:sldLayoutId id="2147483833" r:id="rId6"/>
    <p:sldLayoutId id="2147483834" r:id="rId7"/>
    <p:sldLayoutId id="2147483835" r:id="rId8"/>
    <p:sldLayoutId id="2147483836" r:id="rId9"/>
    <p:sldLayoutId id="2147483837" r:id="rId10"/>
    <p:sldLayoutId id="2147483838" r:id="rId11"/>
    <p:sldLayoutId id="2147483839" r:id="rId12"/>
    <p:sldLayoutId id="2147483840" r:id="rId13"/>
    <p:sldLayoutId id="2147483841" r:id="rId14"/>
    <p:sldLayoutId id="2147483842" r:id="rId15"/>
    <p:sldLayoutId id="2147483843" r:id="rId16"/>
    <p:sldLayoutId id="2147483844" r:id="rId17"/>
  </p:sldLayoutIdLst>
  <p:txStyles>
    <p:titleStyle>
      <a:lvl1pPr algn="ctr" defTabSz="457063" rtl="0" eaLnBrk="1" latinLnBrk="0" hangingPunct="1">
        <a:spcBef>
          <a:spcPct val="0"/>
        </a:spcBef>
        <a:buNone/>
        <a:defRPr sz="4399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664" indent="-285664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399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727" indent="-285664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999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199790" indent="-285664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799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2587" indent="-171399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1999650" indent="-171399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3846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0908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7971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5034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2406" y="1503513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rPr dirty="0"/>
              <a:t>Advanced Sales Analytics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54404" y="2533338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rPr dirty="0"/>
              <a:t>End-to-End Sales Analytics Project</a:t>
            </a:r>
          </a:p>
          <a:p>
            <a:pPr>
              <a:defRPr sz="2000"/>
            </a:pPr>
            <a:r>
              <a:rPr dirty="0"/>
              <a:t>Dataset: Superstore</a:t>
            </a:r>
          </a:p>
          <a:p>
            <a:pPr>
              <a:defRPr sz="2000"/>
            </a:pPr>
            <a:r>
              <a:rPr dirty="0"/>
              <a:t>Tools: Excel | SQL | Python | Power 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2971051" y="110927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5349" y="2383436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rPr dirty="0"/>
              <a:t>Objective:</a:t>
            </a:r>
          </a:p>
          <a:p>
            <a:pPr>
              <a:defRPr sz="2000"/>
            </a:pPr>
            <a:r>
              <a:rPr dirty="0"/>
              <a:t>• Analyze sales performance</a:t>
            </a:r>
          </a:p>
          <a:p>
            <a:pPr>
              <a:defRPr sz="2000"/>
            </a:pPr>
            <a:r>
              <a:rPr dirty="0"/>
              <a:t>• Build interactive dashboard</a:t>
            </a:r>
          </a:p>
          <a:p>
            <a:pPr>
              <a:defRPr sz="2000"/>
            </a:pPr>
            <a:r>
              <a:rPr dirty="0"/>
              <a:t>• Generate business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20045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rPr dirty="0"/>
              <a:t>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75785" y="2649510"/>
            <a:ext cx="850392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rPr dirty="0"/>
              <a:t>Excel → SQL → Python → Power BI</a:t>
            </a:r>
          </a:p>
          <a:p>
            <a:pPr>
              <a:defRPr sz="2000"/>
            </a:pPr>
            <a:r>
              <a:rPr dirty="0"/>
              <a:t>Cleaning → Queries → EDA →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3225883" y="1128759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rPr dirty="0"/>
              <a:t>Business KPIs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60517" y="2383437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rPr dirty="0"/>
              <a:t>• Total Sales</a:t>
            </a:r>
          </a:p>
          <a:p>
            <a:pPr>
              <a:defRPr sz="2000"/>
            </a:pPr>
            <a:r>
              <a:rPr dirty="0"/>
              <a:t>• Total Profit</a:t>
            </a:r>
          </a:p>
          <a:p>
            <a:pPr>
              <a:defRPr sz="2000"/>
            </a:pPr>
            <a:r>
              <a:rPr dirty="0"/>
              <a:t>• Total Orders</a:t>
            </a:r>
          </a:p>
          <a:p>
            <a:pPr>
              <a:defRPr sz="2000"/>
            </a:pPr>
            <a:r>
              <a:rPr dirty="0"/>
              <a:t>• Total Customers</a:t>
            </a:r>
          </a:p>
          <a:p>
            <a:pPr>
              <a:defRPr sz="2000"/>
            </a:pPr>
            <a:r>
              <a:rPr dirty="0"/>
              <a:t>• Profit Margin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2870616" y="858937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rPr dirty="0"/>
              <a:t>Key Business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10812" y="2203554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Technology generated highest sales</a:t>
            </a:r>
          </a:p>
          <a:p>
            <a:pPr>
              <a:defRPr sz="2000"/>
            </a:pPr>
            <a:r>
              <a:t>• West region showed strong performance</a:t>
            </a:r>
          </a:p>
          <a:p>
            <a:pPr>
              <a:defRPr sz="2000"/>
            </a:pPr>
            <a:r>
              <a:t>• Consumer segment contributed the largest share</a:t>
            </a:r>
          </a:p>
          <a:p>
            <a:pPr>
              <a:defRPr sz="2000"/>
            </a:pPr>
            <a:r>
              <a:t>• Higher discounts reduced profitability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3380282" y="85893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rPr dirty="0"/>
              <a:t>Project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6038" y="2338465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Skills:</a:t>
            </a:r>
          </a:p>
          <a:p>
            <a:pPr>
              <a:defRPr sz="2000"/>
            </a:pPr>
            <a:r>
              <a:t>• Excel Analytics</a:t>
            </a:r>
          </a:p>
          <a:p>
            <a:pPr>
              <a:defRPr sz="2000"/>
            </a:pPr>
            <a:r>
              <a:t>• SQL Queries</a:t>
            </a:r>
          </a:p>
          <a:p>
            <a:pPr>
              <a:defRPr sz="2000"/>
            </a:pPr>
            <a:r>
              <a:t>• Python EDA</a:t>
            </a:r>
          </a:p>
          <a:p>
            <a:pPr>
              <a:defRPr sz="2000"/>
            </a:pPr>
            <a:r>
              <a:t>• Power BI Dashboard</a:t>
            </a:r>
          </a:p>
          <a:p>
            <a:pPr>
              <a:defRPr sz="2000"/>
            </a:pPr>
            <a:r>
              <a:t>• Business Storytelling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Dashboard Screenshot</a:t>
            </a:r>
          </a:p>
        </p:txBody>
      </p:sp>
      <p:pic>
        <p:nvPicPr>
          <p:cNvPr id="3" name="Picture 2" descr="385b9399-becd-48e6-8dc1-bc71a1db62b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10972800" cy="6354539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</TotalTime>
  <Words>118</Words>
  <Application>Microsoft Office PowerPoint</Application>
  <PresentationFormat>Custom</PresentationFormat>
  <Paragraphs>31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Garamond</vt:lpstr>
      <vt:lpstr>Organic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abcom</dc:creator>
  <cp:keywords/>
  <dc:description>generated using python-pptx</dc:description>
  <cp:lastModifiedBy>Mukesh Kumar 13 (Consumer Bank, KMBL)</cp:lastModifiedBy>
  <cp:revision>2</cp:revision>
  <dcterms:created xsi:type="dcterms:W3CDTF">2013-01-27T09:14:16Z</dcterms:created>
  <dcterms:modified xsi:type="dcterms:W3CDTF">2026-07-14T03:07:32Z</dcterms:modified>
  <cp:category/>
</cp:coreProperties>
</file>